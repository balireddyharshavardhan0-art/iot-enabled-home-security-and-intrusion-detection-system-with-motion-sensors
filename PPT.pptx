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oto Serif SemiBold" panose="020B0604020202020204" charset="0"/>
      <p:regular r:id="rId13"/>
    </p:embeddedFont>
    <p:embeddedFont>
      <p:font typeface="Source Sans 3" panose="020B0604020202020204" charset="0"/>
      <p:regular r:id="rId14"/>
    </p:embeddedFont>
    <p:embeddedFont>
      <p:font typeface="Source Sans 3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020CD2-E742-450E-8CB7-B9A2ED0C43EE}" v="1" dt="2026-10-02T16:30:04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KESH VARMA" userId="5a6544d979890337" providerId="LiveId" clId="{18709C81-8BFC-496B-85F4-F173543D6FD6}"/>
    <pc:docChg chg="modSld">
      <pc:chgData name="LOKESH VARMA" userId="5a6544d979890337" providerId="LiveId" clId="{18709C81-8BFC-496B-85F4-F173543D6FD6}" dt="2026-10-02T16:30:04.538" v="0"/>
      <pc:docMkLst>
        <pc:docMk/>
      </pc:docMkLst>
      <pc:sldChg chg="modSp">
        <pc:chgData name="LOKESH VARMA" userId="5a6544d979890337" providerId="LiveId" clId="{18709C81-8BFC-496B-85F4-F173543D6FD6}" dt="2026-10-02T16:30:04.538" v="0"/>
        <pc:sldMkLst>
          <pc:docMk/>
          <pc:sldMk cId="0" sldId="256"/>
        </pc:sldMkLst>
        <pc:spChg chg="mod">
          <ac:chgData name="LOKESH VARMA" userId="5a6544d979890337" providerId="LiveId" clId="{18709C81-8BFC-496B-85F4-F173543D6FD6}" dt="2026-10-02T16:30:04.538" v="0"/>
          <ac:spMkLst>
            <pc:docMk/>
            <pc:sldMk cId="0" sldId="256"/>
            <ac:spMk id="16" creationId="{8A6B8019-3C76-35EE-F6A3-9D1E77AF029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786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38386"/>
            <a:ext cx="10795524" cy="153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IoT-Enabled Home Security and Intrusion Detection System with Motion Sensors and Instant Alert Notifications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2627213"/>
            <a:ext cx="107955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IoT-based security solution designed to continuously monitor residential premises, detect suspicious activities and unauthorized intrusion attempts, and deliver instant alert notifications — enabling homeowners to respond quickly and monitor their homes remotely.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8086" y="3381970"/>
            <a:ext cx="5310452" cy="1281509"/>
          </a:xfrm>
          <a:prstGeom prst="roundRect">
            <a:avLst>
              <a:gd name="adj" fmla="val 572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957" y="3562846"/>
            <a:ext cx="494870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Continuous Monitoring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8957" y="3924201"/>
            <a:ext cx="4948709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24/7 surveillance of residential premises using smart sensors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83059" y="3381970"/>
            <a:ext cx="5310551" cy="1281509"/>
          </a:xfrm>
          <a:prstGeom prst="roundRect">
            <a:avLst>
              <a:gd name="adj" fmla="val 572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63930" y="3562846"/>
            <a:ext cx="4948808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Intrusion Detection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63930" y="3924201"/>
            <a:ext cx="4948808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Identifies unauthorized movement and suspicious activity in real time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98086" y="4838005"/>
            <a:ext cx="5310452" cy="1281509"/>
          </a:xfrm>
          <a:prstGeom prst="roundRect">
            <a:avLst>
              <a:gd name="adj" fmla="val 572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8957" y="5018881"/>
            <a:ext cx="494870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Instant Alerts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8957" y="5380236"/>
            <a:ext cx="4948709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Immediate notifications delivered to homeowners upon threat detection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83059" y="4838005"/>
            <a:ext cx="5310551" cy="1281509"/>
          </a:xfrm>
          <a:prstGeom prst="roundRect">
            <a:avLst>
              <a:gd name="adj" fmla="val 572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3930" y="5018881"/>
            <a:ext cx="4948808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Remote Monitoring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3930" y="5380236"/>
            <a:ext cx="4948808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Access security information from anywhere via mobile app or web dashboard</a:t>
            </a:r>
            <a:endParaRPr lang="en-US" sz="13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6B8019-3C76-35EE-F6A3-9D1E77AF0299}"/>
              </a:ext>
            </a:extLst>
          </p:cNvPr>
          <p:cNvSpPr txBox="1"/>
          <p:nvPr/>
        </p:nvSpPr>
        <p:spPr>
          <a:xfrm>
            <a:off x="8976048" y="6209150"/>
            <a:ext cx="24683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/>
              <a:t>BALLA MOHAN MURALI</a:t>
            </a:r>
            <a:br>
              <a:rPr lang="en-IN" b="1"/>
            </a:br>
            <a:r>
              <a:rPr lang="en-IN" b="1"/>
              <a:t>323129520033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10828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773138"/>
            <a:ext cx="107955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Home security has become increasingly important as thefts and unauthorized intrusions continue to pose serious risks to residential safety. Existing approaches fall short in several critical ways.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72379" y="2527895"/>
            <a:ext cx="5436258" cy="2245816"/>
          </a:xfrm>
          <a:prstGeom prst="roundRect">
            <a:avLst>
              <a:gd name="adj" fmla="val 5596"/>
            </a:avLst>
          </a:prstGeom>
          <a:solidFill>
            <a:srgbClr val="E851B2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46900" y="2702421"/>
            <a:ext cx="508721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Limitations of Conventional Systems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6900" y="3133626"/>
            <a:ext cx="5087215" cy="1299865"/>
          </a:xfrm>
          <a:prstGeom prst="rect">
            <a:avLst/>
          </a:prstGeom>
          <a:noFill/>
          <a:ln/>
        </p:spPr>
        <p:txBody>
          <a:bodyPr wrap="square" lIns="0" tIns="69818" rIns="0" bIns="0" rtlCol="0" anchor="t">
            <a:normAutofit/>
          </a:bodyPr>
          <a:lstStyle/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Rely on manual monitoring or standalone alarm systems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limited real-time security information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Delayed responses reduce the effectiveness of security measures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centralized visibility across entry points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15115" y="2702421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What Homeowners Actually Need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15115" y="3133626"/>
            <a:ext cx="5184844" cy="1579066"/>
          </a:xfrm>
          <a:prstGeom prst="rect">
            <a:avLst/>
          </a:prstGeom>
          <a:noFill/>
          <a:ln/>
        </p:spPr>
        <p:txBody>
          <a:bodyPr wrap="square" lIns="0" tIns="69818" rIns="0" bIns="0" rtlCol="0" anchor="t">
            <a:normAutofit/>
          </a:bodyPr>
          <a:lstStyle/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Intelligent systems that monitor continuously without human intervention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 detection of suspicious activities as they occur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Instant notifications that enable rapid response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Improved overall safety and peace of mind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8086" y="4970066"/>
            <a:ext cx="10795524" cy="977106"/>
          </a:xfrm>
          <a:prstGeom prst="roundRect">
            <a:avLst>
              <a:gd name="adj" fmla="val 7503"/>
            </a:avLst>
          </a:prstGeom>
          <a:solidFill>
            <a:srgbClr val="FCF2B5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607" y="5219502"/>
            <a:ext cx="218177" cy="17452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5305" y="5188148"/>
            <a:ext cx="10053783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Delayed responses in conventional systems can critically reduce the effectiveness of security measures — making real-time intelligence essential.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47043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809353"/>
            <a:ext cx="107955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</a:t>
            </a:r>
            <a:r>
              <a:rPr lang="en-US" sz="13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IoT-Enabled Home Security and Intrusion Detection System</a:t>
            </a: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addresses these gaps by combining motion sensors and IoT technologies into a unified, intelligent security platform for residential premises.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564110"/>
            <a:ext cx="5310452" cy="1586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7855" y="2757686"/>
            <a:ext cx="484711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IoT-Powered Sensor Network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7855" y="3119041"/>
            <a:ext cx="4847112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Motion sensors and door/window sensors work together to continuously detect unauthorized movement and intrusion attempts across all monitored areas.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3059" y="2564110"/>
            <a:ext cx="5310551" cy="15861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52828" y="2757686"/>
            <a:ext cx="484721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Centralized Monitoring Platform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52828" y="3119041"/>
            <a:ext cx="4847211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secure, user-friendly interface consolidates all sensor data and security events into a single dashboard accessible from any device.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324747"/>
            <a:ext cx="5310452" cy="158611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855" y="4518323"/>
            <a:ext cx="484711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Instant Alert Notifications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67855" y="4879677"/>
            <a:ext cx="4847112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When suspicious activity is detected, the system immediately sends alerts to homeowners — eliminating the need for continuous manual observation.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3059" y="4324747"/>
            <a:ext cx="5310551" cy="158611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52828" y="4518323"/>
            <a:ext cx="484721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Remote Home Monitoring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452828" y="4879677"/>
            <a:ext cx="4847211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Homeowners can monitor their premises from anywhere in the world through a mobile application or web dashboard, ensuring security is always within reach.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49883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512193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is designed around ten core objectives that together deliver comprehensive, intelligent, and responsive home security.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98086" y="1987748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98086" y="2265263"/>
            <a:ext cx="3482094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6" name="Text 4"/>
          <p:cNvSpPr/>
          <p:nvPr/>
        </p:nvSpPr>
        <p:spPr>
          <a:xfrm>
            <a:off x="698086" y="2390577"/>
            <a:ext cx="3482094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Continuously monitor residential premises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54701" y="1987748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54701" y="2265263"/>
            <a:ext cx="3482193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9" name="Text 7"/>
          <p:cNvSpPr/>
          <p:nvPr/>
        </p:nvSpPr>
        <p:spPr>
          <a:xfrm>
            <a:off x="4354701" y="2390577"/>
            <a:ext cx="3482193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Detect unauthorized movement and intrusion attempts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11416" y="1987748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11416" y="2265263"/>
            <a:ext cx="3482193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2" name="Text 10"/>
          <p:cNvSpPr/>
          <p:nvPr/>
        </p:nvSpPr>
        <p:spPr>
          <a:xfrm>
            <a:off x="8011416" y="2390577"/>
            <a:ext cx="3482193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Monitor doors and windows for suspicious activity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8086" y="3209330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98086" y="3486845"/>
            <a:ext cx="5310452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98086" y="3612158"/>
            <a:ext cx="531045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Provide real-time security information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83059" y="3209330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05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83059" y="3486845"/>
            <a:ext cx="5310551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183059" y="3612158"/>
            <a:ext cx="53105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Generate instant alert notifications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8086" y="4196060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98086" y="4473575"/>
            <a:ext cx="5310452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98086" y="4598888"/>
            <a:ext cx="5310452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Enable remote monitoring via mobile apps or web dashboards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83059" y="4196060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183059" y="4473575"/>
            <a:ext cx="5310551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24" name="Text 22"/>
          <p:cNvSpPr/>
          <p:nvPr/>
        </p:nvSpPr>
        <p:spPr>
          <a:xfrm>
            <a:off x="6183059" y="4598888"/>
            <a:ext cx="53105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Maintain intrusion history and activity records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8086" y="5417641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98086" y="5695156"/>
            <a:ext cx="5310452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27" name="Text 25"/>
          <p:cNvSpPr/>
          <p:nvPr/>
        </p:nvSpPr>
        <p:spPr>
          <a:xfrm>
            <a:off x="698086" y="5820470"/>
            <a:ext cx="531045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Improve user safety and response time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83059" y="5417641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183059" y="5695156"/>
            <a:ext cx="5310551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30" name="Text 28"/>
          <p:cNvSpPr/>
          <p:nvPr/>
        </p:nvSpPr>
        <p:spPr>
          <a:xfrm>
            <a:off x="6183059" y="5820470"/>
            <a:ext cx="53105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Support smart home automation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33214"/>
            <a:ext cx="10795524" cy="489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Sensors and System Components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98086" y="1439565"/>
            <a:ext cx="11405108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Five major components work in concert to deliver continuous, reliable security monitoring across all residential entry points and monitored zones.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877814"/>
            <a:ext cx="415815" cy="4158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086" y="2491780"/>
            <a:ext cx="346641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PIR Motion Sensors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98086" y="2831505"/>
            <a:ext cx="3466418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 movement within monitored areas and identify possible unauthorized activity in real time.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2639" y="1877814"/>
            <a:ext cx="415815" cy="4158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2639" y="2491780"/>
            <a:ext cx="346641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Door &amp; Window Sensors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362639" y="2831505"/>
            <a:ext cx="3466418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 the opening or activity of doors and windows to help identify possible intrusion attempts at entry points.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7191" y="1877814"/>
            <a:ext cx="415815" cy="4158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27191" y="2491780"/>
            <a:ext cx="346641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IoT Communication Modules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027191" y="2831505"/>
            <a:ext cx="3466418" cy="51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Transmit sensor data to the central monitoring system reliably and in real time.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3928467"/>
            <a:ext cx="415815" cy="4158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8086" y="4542433"/>
            <a:ext cx="346641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Cloud Connectivity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98086" y="4882158"/>
            <a:ext cx="3466418" cy="51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Supports centralized access to all security information from any location at any time.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2639" y="3928467"/>
            <a:ext cx="415815" cy="4158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62639" y="4542433"/>
            <a:ext cx="346641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Mobile App / Web Dashboard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4362639" y="4882158"/>
            <a:ext cx="3466418" cy="51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security alerts, sensor status, and remote monitoring capabilities to homeowners.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98086" y="5580360"/>
            <a:ext cx="10795524" cy="644327"/>
          </a:xfrm>
          <a:prstGeom prst="roundRect">
            <a:avLst>
              <a:gd name="adj" fmla="val 10844"/>
            </a:avLst>
          </a:prstGeom>
          <a:solidFill>
            <a:srgbClr val="F9D2EB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372" y="5806380"/>
            <a:ext cx="207858" cy="16629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38517" y="5780484"/>
            <a:ext cx="10698391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components form an integrated ecosystem — each layer depends on the others to ensure no security event goes undetected or unreported.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479921"/>
            <a:ext cx="1079552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System Working Process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98086" y="823813"/>
            <a:ext cx="1140510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follows a structured 10-step operational workflow — from sensor installation through to event recording — ensuring every security event is detected, communicated, and logged.</a:t>
            </a:r>
            <a:endParaRPr lang="en-US" sz="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391" y="977602"/>
            <a:ext cx="8340913" cy="57481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34329" y="4554299"/>
            <a:ext cx="2279326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Install Sensors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110375" y="2158526"/>
            <a:ext cx="2285905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Detect Movement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56464" y="5261240"/>
            <a:ext cx="2279326" cy="2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Transmit Data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79739" y="2793947"/>
            <a:ext cx="2279326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Alert &amp; Log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98086" y="6774755"/>
            <a:ext cx="196349" cy="196354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4647" y="6795889"/>
            <a:ext cx="12312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37991" y="6804720"/>
            <a:ext cx="513057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Installation &amp; Sensing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37991" y="6959104"/>
            <a:ext cx="51305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Security sensors are installed at important locations. PIR motion sensors and door/window sensors continuously monitor all designated areas and entry points.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6123033" y="6774755"/>
            <a:ext cx="196349" cy="196354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9594" y="6795889"/>
            <a:ext cx="12312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362938" y="6804720"/>
            <a:ext cx="513067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Detection &amp; Transmission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362938" y="6959104"/>
            <a:ext cx="51306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Sensors detect suspicious movement or intrusion attempts. Sensor data is immediately transmitted using IoT communication modules to the central system for processing.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698086" y="7255867"/>
            <a:ext cx="196349" cy="196354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4647" y="7277001"/>
            <a:ext cx="12312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937991" y="7285831"/>
            <a:ext cx="513057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Alert &amp; Response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37991" y="7440216"/>
            <a:ext cx="51305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instant alert is generated and delivered to the homeowner via mobile app or web dashboard. The homeowner reviews the information remotely and responds quickly.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6123033" y="7255867"/>
            <a:ext cx="196349" cy="196354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59594" y="7277001"/>
            <a:ext cx="12312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362938" y="7285831"/>
            <a:ext cx="513067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Recording &amp; Logging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362938" y="7440216"/>
            <a:ext cx="513067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intrusion events and system activity are recorded for future monitoring, analysis, and continuous security management.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1437"/>
            <a:ext cx="10795524" cy="489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Real-Time Monitoring and Alerts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98086" y="1347788"/>
            <a:ext cx="10795524" cy="51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system's monitoring and notification capabilities ensure homeowners are always informed — without needing to continuously observe their property manually.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98086" y="2204541"/>
            <a:ext cx="5194865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What the System Monitors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8086" y="2627511"/>
            <a:ext cx="2518109" cy="1798439"/>
          </a:xfrm>
          <a:prstGeom prst="roundRect">
            <a:avLst>
              <a:gd name="adj" fmla="val 388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422" y="2812852"/>
            <a:ext cx="2147437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Real-Time Sensor Monitoring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422" y="3460750"/>
            <a:ext cx="2147437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Continuous status tracking of all connected sensors across the premises.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74742" y="2627511"/>
            <a:ext cx="2518208" cy="1798439"/>
          </a:xfrm>
          <a:prstGeom prst="roundRect">
            <a:avLst>
              <a:gd name="adj" fmla="val 388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0078" y="2812852"/>
            <a:ext cx="2147536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Motion Detection Information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60078" y="3460750"/>
            <a:ext cx="2147536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Logs and displays all detected movement events with timestamps.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8086" y="4584502"/>
            <a:ext cx="2518109" cy="1553766"/>
          </a:xfrm>
          <a:prstGeom prst="roundRect">
            <a:avLst>
              <a:gd name="adj" fmla="val 449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3422" y="4769842"/>
            <a:ext cx="2147437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Door &amp; Window Activity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3422" y="5417741"/>
            <a:ext cx="2147437" cy="51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Tracks all open/close events at monitored entry points.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74742" y="4584502"/>
            <a:ext cx="2518208" cy="1553766"/>
          </a:xfrm>
          <a:prstGeom prst="roundRect">
            <a:avLst>
              <a:gd name="adj" fmla="val 449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0078" y="4769842"/>
            <a:ext cx="2147536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Sensor Status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0078" y="5173067"/>
            <a:ext cx="2147536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Displays the operational health and connectivity of each sensor.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5095" y="2204541"/>
            <a:ext cx="5194865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What the System Reports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5095" y="2627511"/>
            <a:ext cx="2518109" cy="1798439"/>
          </a:xfrm>
          <a:prstGeom prst="roundRect">
            <a:avLst>
              <a:gd name="adj" fmla="val 388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0431" y="2812852"/>
            <a:ext cx="2147437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Instant Intrusion Alerts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0431" y="3460750"/>
            <a:ext cx="2147437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Immediate push notifications triggered by any detected suspicious activity.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81751" y="2627511"/>
            <a:ext cx="2518208" cy="1798439"/>
          </a:xfrm>
          <a:prstGeom prst="roundRect">
            <a:avLst>
              <a:gd name="adj" fmla="val 388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67087" y="2812852"/>
            <a:ext cx="2147536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Real-Time Security Notifications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67087" y="3460750"/>
            <a:ext cx="2147536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Ongoing updates delivered to the homeowner's mobile app or dashboard.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5095" y="4584502"/>
            <a:ext cx="2518109" cy="1553766"/>
          </a:xfrm>
          <a:prstGeom prst="roundRect">
            <a:avLst>
              <a:gd name="adj" fmla="val 449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0431" y="4769842"/>
            <a:ext cx="2147437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Intrusion History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90431" y="5173067"/>
            <a:ext cx="2147437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complete log of all past intrusion events for review and analysis.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981751" y="4584502"/>
            <a:ext cx="2518208" cy="1553766"/>
          </a:xfrm>
          <a:prstGeom prst="roundRect">
            <a:avLst>
              <a:gd name="adj" fmla="val 449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67087" y="4769842"/>
            <a:ext cx="2147536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System Activity Logs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67087" y="5173067"/>
            <a:ext cx="2147536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Detailed records of all system operations and sensor interactions.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24570"/>
            <a:ext cx="10795524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Dashboard and Remote Monitoring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98086" y="1240929"/>
            <a:ext cx="11405108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centralized monitoring dashboard brings all security information into one accessible interface, enabling homeowners to stay informed and in control from anywhere.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98086" y="1620242"/>
            <a:ext cx="5330989" cy="1080790"/>
          </a:xfrm>
          <a:prstGeom prst="roundRect">
            <a:avLst>
              <a:gd name="adj" fmla="val 5935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129" y="1779290"/>
            <a:ext cx="50129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Current Sensor Status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7129" y="2083991"/>
            <a:ext cx="5012902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view of all connected sensors and their operational state across the premises.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62620" y="1620242"/>
            <a:ext cx="5330989" cy="1080790"/>
          </a:xfrm>
          <a:prstGeom prst="roundRect">
            <a:avLst>
              <a:gd name="adj" fmla="val 5935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21664" y="1779290"/>
            <a:ext cx="50129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Intrusion History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21664" y="2083991"/>
            <a:ext cx="5012902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 record of all past intrusion events, accessible for review at any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8086" y="2834580"/>
            <a:ext cx="5330989" cy="1080790"/>
          </a:xfrm>
          <a:prstGeom prst="roundRect">
            <a:avLst>
              <a:gd name="adj" fmla="val 5935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7129" y="2993628"/>
            <a:ext cx="50129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Real-Time Alerts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7129" y="3298329"/>
            <a:ext cx="5012902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Instant display of active security notifications as they are triggered by the system.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62620" y="2834580"/>
            <a:ext cx="5330989" cy="1080790"/>
          </a:xfrm>
          <a:prstGeom prst="roundRect">
            <a:avLst>
              <a:gd name="adj" fmla="val 5935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1664" y="2993628"/>
            <a:ext cx="50129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System Activity Logs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1664" y="3298329"/>
            <a:ext cx="5012902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Detailed logs of all system operations, sensor events, and user interactions.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8086" y="4115792"/>
            <a:ext cx="10795524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Advantages of Remote Monitoring</a:t>
            </a:r>
            <a:endParaRPr lang="en-US" sz="1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333" y="4545459"/>
            <a:ext cx="228991" cy="22899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94365" y="4540746"/>
            <a:ext cx="481794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Monitor from Anywhere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94365" y="4845447"/>
            <a:ext cx="4817942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Homeowners can review security conditions remotely at any time, regardless of their physical location.</a:t>
            </a:r>
            <a:endParaRPr lang="en-US" sz="12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6536" y="4545459"/>
            <a:ext cx="228991" cy="22899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675568" y="4540746"/>
            <a:ext cx="481804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Rapid Threat Identification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675568" y="4845447"/>
            <a:ext cx="4818041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Suspicious activity can be identified quickly through real-time alerts and live sensor data.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333" y="5575350"/>
            <a:ext cx="228991" cy="22899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94365" y="5570637"/>
            <a:ext cx="481794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Timely Response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194365" y="5875338"/>
            <a:ext cx="4817942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Users can respond to security threats promptly, reducing the window of vulnerability.</a:t>
            </a:r>
            <a:endParaRPr lang="en-US" sz="1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6536" y="5575350"/>
            <a:ext cx="228991" cy="22899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675568" y="5570637"/>
            <a:ext cx="481804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Reduced Manual Dependency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675568" y="5875338"/>
            <a:ext cx="4818041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Eliminates the need for continuous manual observation, freeing homeowners from constant vigilance.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6298"/>
            <a:ext cx="10795524" cy="441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Benefits and Applications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90039" y="1180703"/>
            <a:ext cx="5430900" cy="5130998"/>
          </a:xfrm>
          <a:prstGeom prst="roundRect">
            <a:avLst>
              <a:gd name="adj" fmla="val 2105"/>
            </a:avLst>
          </a:prstGeom>
          <a:solidFill>
            <a:srgbClr val="E851B2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9955" y="1309588"/>
            <a:ext cx="5131069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Key Benefits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39955" y="1659037"/>
            <a:ext cx="5131069" cy="2100461"/>
          </a:xfrm>
          <a:prstGeom prst="rect">
            <a:avLst/>
          </a:prstGeom>
          <a:noFill/>
          <a:ln/>
        </p:spPr>
        <p:txBody>
          <a:bodyPr wrap="square" lIns="0" tIns="60000" rIns="0" bIns="0" rtlCol="0" anchor="t">
            <a:normAutofit/>
          </a:bodyPr>
          <a:lstStyle/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Enhances intrusion detection accuracy and coverage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Improves real-time monitoring across all entry points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instant security notifications to homeowners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Improves overall user safety and awareness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Enables remote home monitoring from any location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Reduces dependence on manual monitoring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Supports quick response to suspicious activity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historical security information for ongoing management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85152" y="1309588"/>
            <a:ext cx="5214807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Suitable Applications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85152" y="1675110"/>
            <a:ext cx="2542913" cy="1111945"/>
          </a:xfrm>
          <a:prstGeom prst="roundRect">
            <a:avLst>
              <a:gd name="adj" fmla="val 5666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1418" y="1831380"/>
            <a:ext cx="449946" cy="449957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5140" y="1955105"/>
            <a:ext cx="202401" cy="2024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41418" y="2410222"/>
            <a:ext cx="2230382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Homes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956947" y="1675110"/>
            <a:ext cx="2543012" cy="1111945"/>
          </a:xfrm>
          <a:prstGeom prst="roundRect">
            <a:avLst>
              <a:gd name="adj" fmla="val 5666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13213" y="1831380"/>
            <a:ext cx="449946" cy="449957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6935" y="1955105"/>
            <a:ext cx="202401" cy="2024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13213" y="2410222"/>
            <a:ext cx="2230481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Apartments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85152" y="2915940"/>
            <a:ext cx="2542913" cy="1111945"/>
          </a:xfrm>
          <a:prstGeom prst="roundRect">
            <a:avLst>
              <a:gd name="adj" fmla="val 5666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41418" y="3072209"/>
            <a:ext cx="449946" cy="449957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65140" y="3195935"/>
            <a:ext cx="202401" cy="2024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1418" y="3651052"/>
            <a:ext cx="2230382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Offices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956947" y="2915940"/>
            <a:ext cx="2543012" cy="1111945"/>
          </a:xfrm>
          <a:prstGeom prst="roundRect">
            <a:avLst>
              <a:gd name="adj" fmla="val 5666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13213" y="3072209"/>
            <a:ext cx="449946" cy="449957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36935" y="3195935"/>
            <a:ext cx="202401" cy="2024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13213" y="3651052"/>
            <a:ext cx="2230481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Warehouses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6285152" y="4156770"/>
            <a:ext cx="5214807" cy="1111945"/>
          </a:xfrm>
          <a:prstGeom prst="roundRect">
            <a:avLst>
              <a:gd name="adj" fmla="val 5666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41418" y="4313039"/>
            <a:ext cx="449946" cy="449957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65140" y="4436765"/>
            <a:ext cx="202401" cy="20240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41418" y="4891881"/>
            <a:ext cx="4902276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Small Businesses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6285152" y="5413673"/>
            <a:ext cx="5214807" cy="753070"/>
          </a:xfrm>
          <a:prstGeom prst="roundRect">
            <a:avLst>
              <a:gd name="adj" fmla="val 8366"/>
            </a:avLst>
          </a:prstGeom>
          <a:solidFill>
            <a:srgbClr val="F9D2EB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5068" y="5607447"/>
            <a:ext cx="187420" cy="1499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772403" y="5567065"/>
            <a:ext cx="4577640" cy="44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is designed to be </a:t>
            </a:r>
            <a:r>
              <a:rPr lang="en-US" sz="11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secure and scalable</a:t>
            </a: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adaptable to a wide range of premises sizes and security requirements.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12800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675110"/>
            <a:ext cx="107955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</a:t>
            </a:r>
            <a:r>
              <a:rPr lang="en-US" sz="13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IoT-Enabled Home Security and Intrusion Detection System</a:t>
            </a: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represents a modern, intelligent approach to residential security — combining continuous sensor monitoring, cloud connectivity, and instant alert notifications into a single cohesive platform.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036" y="2410817"/>
            <a:ext cx="5307673" cy="12370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0706" y="2429867"/>
            <a:ext cx="507600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Continuous Sensor Coverage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0706" y="2791222"/>
            <a:ext cx="5076003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PIR motion sensors and door/window sensors continuously monitor all important areas, ensuring no intrusion attempt goes undetected.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5837" y="2410817"/>
            <a:ext cx="5307773" cy="12370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17507" y="2429867"/>
            <a:ext cx="507610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Centralized &amp; Remote Access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17507" y="2791222"/>
            <a:ext cx="5076103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IoT communication and cloud connectivity enable centralized monitoring and remote access through mobile applications and web dashboards.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036" y="3958828"/>
            <a:ext cx="5307673" cy="12370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0706" y="3977878"/>
            <a:ext cx="507600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Instant Intelligent Alerts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10706" y="4339233"/>
            <a:ext cx="5076003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Suspicious activity triggers immediate alert notifications, empowering homeowners to respond quickly without manual observation.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5837" y="3958828"/>
            <a:ext cx="5307773" cy="12370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17507" y="3977878"/>
            <a:ext cx="507610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Historical Records &amp; Smart Automation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417507" y="4339233"/>
            <a:ext cx="5076103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Intrusion history and activity logs support continuous security management, while smart home automation integration extends the system's capabilities.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959818" y="5569545"/>
            <a:ext cx="11143376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"IoT-enabled real-time monitoring and instant alerts provide intelligent, responsive, and reliable security for modern homes."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698086" y="5373191"/>
            <a:ext cx="19050" cy="671909"/>
          </a:xfrm>
          <a:prstGeom prst="roundRect">
            <a:avLst>
              <a:gd name="adj" fmla="val 49999"/>
            </a:avLst>
          </a:prstGeom>
          <a:solidFill>
            <a:srgbClr val="E851B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1270</Words>
  <Application>Microsoft Office PowerPoint</Application>
  <PresentationFormat>Widescreen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Source Sans 3</vt:lpstr>
      <vt:lpstr>Source Sans 3 Bold</vt:lpstr>
      <vt:lpstr>Noto Serif Light</vt:lpstr>
      <vt:lpstr>Noto Serif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1</cp:revision>
  <dcterms:created xsi:type="dcterms:W3CDTF">2026-08-19T06:45:58Z</dcterms:created>
  <dcterms:modified xsi:type="dcterms:W3CDTF">2026-10-02T16:30:09Z</dcterms:modified>
</cp:coreProperties>
</file>